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BHARATCARES MACHINE LEARNING &amp; APPLIED AI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LearnMate AI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Personal AI Learning and Student Success Companion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728655" cy="3566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999713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Program Duration: 24 August – 30 September 2026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Theme: Machine Learning, Applied AI, and Agentic Multi-Agent Systems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UN SDG Alignment: Goal 4 — Quality Education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Candidate: Joel Francis | B.Tech Computer Science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Slide 1 of 12 | LearnMate AI — BharatCares Internship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4338CA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338CA"/>
                </a:solidFill>
              </a:defRPr>
            </a:pPr>
            <a:r>
              <a:t>THE EDUCATIONAL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 &amp; Student Learning Hurdles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Why engineering students struggle with self-paced technical mastery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728655" cy="3566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999713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Knowledge Gap Blindspots: Students struggle to diagnose specific algorithmic and conceptual deficiencies.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Inconsistent Study Habits: Without structured pacing, practice completion drops significantly.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Prohibitive Mentorship Costs: 1-on-1 human tutoring is inaccessible to the majority of students.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Fragmented Resources: Scattered tutorials lack closed-loop performance tracking and feedback.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Slide 2 of 12 | LearnMate AI — BharatCares Internship Evaluation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SIGNIFICANCE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This Problem Matters Today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Closing the technical employability divide through intelligent guidance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728655" cy="3566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999713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Tech Employability Gap: High demand for AI engineers, but graduates lack verified algorithmic fundamentals.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Self-Efficacy &amp; Retention: Early diagnostic feedback prevents academic frustration and course dropouts.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Equitable Opportunity: Tier-2/3 institutions need scalable tutoring without paid software overhead.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SDG 4 Mandate: Ensuring inclusive, equitable, quality education for all students.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Slide 3 of 12 | LearnMate AI — BharatCares Internship Evaluation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INNOVATIVE INTERVENTION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Proposed Solution: LearnMate AI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 fully local, empirical AI learning companion aligned with UN SDG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728655" cy="3566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999713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Empirical Diagnostic Quizzes: Timed interactive tests across Python, ML, and Data Structures.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Machine Learning Tier Prediction: Random Forest estimating student support requirements.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Multi-Agent Orchestrator: Five specialized agents coordinating tutoring, planning, and career guidance.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100% Free &amp; Local: Operates without paid LLM API keys or commercial subscriptions.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Slide 4 of 12 | LearnMate AI — BharatCares Internship Evaluation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4338CA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338CA"/>
                </a:solidFill>
              </a:defRPr>
            </a:pPr>
            <a:r>
              <a:t>STRATEGIC PRODUCT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Lean Canvas Summary &amp; Target Segments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Structured business model and social impact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728655" cy="3566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999713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Target Customers: B.Tech CSE students, coding bootcamp learners, self-taught AI aspirants.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Unique Value Proposition: Local offline multi-agent tutoring + verified Scikit-Learn ML diagnostics.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Channels: University placement cells, BharatCares academic hubs, open-source community.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Cost Structure: Zero API fees; lightweight open-source microservice architecture.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Slide 5 of 12 | LearnMate AI — BharatCares Internship 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ENGINEERING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Architecture &amp; Technology Stack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Modern, decoupled, high-reliability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728655" cy="3566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999713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Frontend: React 19, TypeScript, Vite, Tailwind CSS v4, Lucide Icons, Recharts visualizer.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Backend API: Python FastAPI with Pydantic validation, CORS middleware, and Swagger UI.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Persistence: SQLite relational database for quiz attempts, study plans, and agent audit logs.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ML Pipeline: Scikit-Learn Random Forest Classifier (Joblib serialized model artifact).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Slide 6 of 12 | LearnMate AI — BharatCares Internship Evaluation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4338CA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338CA"/>
                </a:solidFill>
              </a:defRPr>
            </a:pPr>
            <a:r>
              <a:t>MACHINE LEARNING COMPONENT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Machine Learning Methodology &amp; Evaluation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Supervised student support classification using Scikit-Learn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5303520" cy="3566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8F0"/>
                </a:solidFill>
              </a:defRPr>
            </a:pPr>
            <a:r>
              <a:t>• Model Choice: RandomForestClassifier (100 estimators, max depth 6) + DecisionTree baseline.</a:t>
            </a:r>
          </a:p>
          <a:p>
            <a:pPr>
              <a:spcAft>
                <a:spcPts val="800"/>
              </a:spcAft>
              <a:defRPr sz="1150">
                <a:solidFill>
                  <a:srgbClr val="E2E8F0"/>
                </a:solidFill>
              </a:defRPr>
            </a:pPr>
            <a:r>
              <a:t>• Features: Previous score, recent average, practice completion rate, attempts, study hours, trend.</a:t>
            </a:r>
          </a:p>
          <a:p>
            <a:pPr>
              <a:spcAft>
                <a:spcPts val="800"/>
              </a:spcAft>
              <a:defRPr sz="1150">
                <a:solidFill>
                  <a:srgbClr val="E2E8F0"/>
                </a:solidFill>
              </a:defRPr>
            </a:pPr>
            <a:r>
              <a:t>• Accuracy: 88.33% Test Accuracy | Macro F1-Score: 0.8809 (Baseline Decision Tree: 86.67%).</a:t>
            </a:r>
          </a:p>
          <a:p>
            <a:pPr>
              <a:spcAft>
                <a:spcPts val="800"/>
              </a:spcAft>
              <a:defRPr sz="1150">
                <a:solidFill>
                  <a:srgbClr val="E2E8F0"/>
                </a:solidFill>
              </a:defRPr>
            </a:pPr>
            <a:r>
              <a:t>• Dataset Provenance: 1,200 synthetic student trajectory records calibrated to realistic test noise.</a:t>
            </a:r>
          </a:p>
        </p:txBody>
      </p:sp>
      <p:pic>
        <p:nvPicPr>
          <p:cNvPr id="8" name="Picture 7" descr="05_progress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560320"/>
            <a:ext cx="5212080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Slide 7 of 12 | LearnMate AI — BharatCares Internship Evaluation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AGENTIC AI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Multi-Agent Orchestrator Architecture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Five specialized collaborative agents executing structured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5303520" cy="3566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8F0"/>
                </a:solidFill>
              </a:defRPr>
            </a:pPr>
            <a:r>
              <a:t>• 1. Master Orchestrator: Intent parser, task dependency scheduler, inter-agent data piper.</a:t>
            </a:r>
          </a:p>
          <a:p>
            <a:pPr>
              <a:spcAft>
                <a:spcPts val="800"/>
              </a:spcAft>
              <a:defRPr sz="1150">
                <a:solidFill>
                  <a:srgbClr val="E2E8F0"/>
                </a:solidFill>
              </a:defRPr>
            </a:pPr>
            <a:r>
              <a:t>• 2. Tutor Agent: Curated TF-IDF semantic retrieval over verified Python/ML/DSA knowledge cards.</a:t>
            </a:r>
          </a:p>
          <a:p>
            <a:pPr>
              <a:spcAft>
                <a:spcPts val="800"/>
              </a:spcAft>
              <a:defRPr sz="1150">
                <a:solidFill>
                  <a:srgbClr val="E2E8F0"/>
                </a:solidFill>
              </a:defRPr>
            </a:pPr>
            <a:r>
              <a:t>• 3. Quiz Agent: Dynamic question generation, submission scoring, and instant explanations.</a:t>
            </a:r>
          </a:p>
          <a:p>
            <a:pPr>
              <a:spcAft>
                <a:spcPts val="800"/>
              </a:spcAft>
              <a:defRPr sz="1150">
                <a:solidFill>
                  <a:srgbClr val="E2E8F0"/>
                </a:solidFill>
              </a:defRPr>
            </a:pPr>
            <a:r>
              <a:t>• 4. Learning Analyst Agent: Performance metrics computation &amp; ML classifier interface.</a:t>
            </a:r>
          </a:p>
          <a:p>
            <a:pPr>
              <a:spcAft>
                <a:spcPts val="800"/>
              </a:spcAft>
              <a:defRPr sz="1150">
                <a:solidFill>
                  <a:srgbClr val="E2E8F0"/>
                </a:solidFill>
              </a:defRPr>
            </a:pPr>
            <a:r>
              <a:t>• 5. Study Planner &amp; Career Agents: Adaptive schedule architect and tech roadmap strategist.</a:t>
            </a:r>
          </a:p>
        </p:txBody>
      </p:sp>
      <p:pic>
        <p:nvPicPr>
          <p:cNvPr id="8" name="Picture 7" descr="06_agent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560320"/>
            <a:ext cx="5212080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Slide 8 of 12 | LearnMate AI — BharatCares Internship Evaluation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4338CA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338CA"/>
                </a:solidFill>
              </a:defRPr>
            </a:pPr>
            <a:r>
              <a:t>USER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Core Application Features &amp; Interactive Modules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Complete student success companion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5303520" cy="3566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8F0"/>
                </a:solidFill>
              </a:defRPr>
            </a:pPr>
            <a:r>
              <a:t>• Professional Dashboard: Real-time KPIs, weekly hours bar chart, and quiz score progress line.</a:t>
            </a:r>
          </a:p>
          <a:p>
            <a:pPr>
              <a:spcAft>
                <a:spcPts val="800"/>
              </a:spcAft>
              <a:defRPr sz="1150">
                <a:solidFill>
                  <a:srgbClr val="E2E8F0"/>
                </a:solidFill>
              </a:defRPr>
            </a:pPr>
            <a:r>
              <a:t>• Learn &amp; Practice Module: Timed interactive tests with immediate feedback and review cards.</a:t>
            </a:r>
          </a:p>
          <a:p>
            <a:pPr>
              <a:spcAft>
                <a:spcPts val="800"/>
              </a:spcAft>
              <a:defRPr sz="1150">
                <a:solidFill>
                  <a:srgbClr val="E2E8F0"/>
                </a:solidFill>
              </a:defRPr>
            </a:pPr>
            <a:r>
              <a:t>• AI Tutor Chat: Offline concept explainer with Python code snippets and takeaways.</a:t>
            </a:r>
          </a:p>
          <a:p>
            <a:pPr>
              <a:spcAft>
                <a:spcPts val="800"/>
              </a:spcAft>
              <a:defRPr sz="1150">
                <a:solidFill>
                  <a:srgbClr val="E2E8F0"/>
                </a:solidFill>
              </a:defRPr>
            </a:pPr>
            <a:r>
              <a:t>• Adaptive Study Planner: Dynamic 5-day checklist prioritizing student gap areas.</a:t>
            </a:r>
          </a:p>
        </p:txBody>
      </p:sp>
      <p:pic>
        <p:nvPicPr>
          <p:cNvPr id="8" name="Picture 7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560320"/>
            <a:ext cx="5212080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Slide 9 of 12 | LearnMate AI — BharatCares Internship Evaluation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EMPIRICAL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Evaluation Results &amp; Honest Limitations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Transparent reporting of testing and boundaries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728655" cy="3566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999713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Automated Tests: 18 unit and integration tests executed with 100% pass rate in pytest.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Build Verification: React TypeScript frontend builds cleanly with 0 type errors.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Ethical Disclosures: Synthetic dataset used for prototype calibration; not validated clinical psychology.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Scope Boundaries: Knowledge base curated specifically for CS, Python, ML, and DSA.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Slide 10 of 12 | LearnMate AI — BharatCares Internship Evaluation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LOOKING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Social Impact &amp; Future Enhancements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Scaling democratized AI learning tools across India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728655" cy="3566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999713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UN SDG 4 Delivery: Free, offline-ready technology empowering Tier-2/3 college students.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Phase 2 Enhancements: Integration of small quantized local LLMs (e.g. Llama 3 8B via Ollama).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Multilingual Support: Localizing quiz content and tutor explanations into Hindi and regional languages.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Institutional Dashboards: Batch-level progress tracking for university educators.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Slide 11 of 12 | LearnMate AI — BharatCares Internship Evaluation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4338CA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338CA"/>
                </a:solidFill>
              </a:defRPr>
            </a:pPr>
            <a:r>
              <a:t>LIVE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 &amp; Demonstration Walkthrough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LearnMate AI: Complete, functional, and submission-ready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728655" cy="3566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999713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100% Usable &amp; Local: Fully functional React frontend and FastAPI backend.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Real Scikit-Learn ML: Live interactive prediction sandbox with explainable feature gains.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Audit-Logged Agents: Visible orchestrator activity stepper and historical execution logs.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•  Ready for Live Defense: All deliverables, source code, and tests verified.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Slide 12 of 12 | LearnMate AI — BharatCares Internship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